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57356" y="2285992"/>
            <a:ext cx="5929354" cy="1285884"/>
          </a:xfrm>
        </p:spPr>
        <p:txBody>
          <a:bodyPr/>
          <a:lstStyle/>
          <a:p>
            <a:r>
              <a:rPr lang="ru-RU" dirty="0" smtClean="0"/>
              <a:t>Игра «Танки»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28794" y="3571876"/>
            <a:ext cx="5986482" cy="828684"/>
          </a:xfrm>
        </p:spPr>
        <p:txBody>
          <a:bodyPr/>
          <a:lstStyle/>
          <a:p>
            <a:r>
              <a:rPr lang="ru-RU" dirty="0" smtClean="0"/>
              <a:t>Выполнил Назаров Никита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 smtClean="0"/>
              <a:t>Общие слова об игре</a:t>
            </a:r>
            <a:endParaRPr lang="ru-RU" b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28596" y="1928802"/>
            <a:ext cx="3008313" cy="2136776"/>
          </a:xfrm>
        </p:spPr>
        <p:txBody>
          <a:bodyPr/>
          <a:lstStyle/>
          <a:p>
            <a:r>
              <a:rPr lang="ru-RU" dirty="0" smtClean="0"/>
              <a:t>Жанр:  Аркада с видом сверху в стиле классических танковых битв. </a:t>
            </a:r>
          </a:p>
          <a:p>
            <a:r>
              <a:rPr lang="ru-RU" dirty="0" smtClean="0"/>
              <a:t>Суть игры: Два игрока сражаются на одном экране, управляя техникой. </a:t>
            </a:r>
          </a:p>
          <a:p>
            <a:r>
              <a:rPr lang="ru-RU" dirty="0" smtClean="0"/>
              <a:t>Цель — уничтожить танк противника, используя тактику, укрытия и различные типы снарядов.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 smtClean="0"/>
              <a:t>Используемые технологии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C++</a:t>
            </a:r>
            <a:endParaRPr lang="ru-RU" dirty="0" smtClean="0"/>
          </a:p>
          <a:p>
            <a:r>
              <a:rPr lang="en-US" dirty="0" err="1" smtClean="0"/>
              <a:t>raylib</a:t>
            </a:r>
            <a:r>
              <a:rPr lang="en-US" dirty="0" smtClean="0"/>
              <a:t>, </a:t>
            </a:r>
            <a:endParaRPr lang="ru-RU" dirty="0" smtClean="0"/>
          </a:p>
          <a:p>
            <a:r>
              <a:rPr lang="ru-RU" dirty="0" smtClean="0"/>
              <a:t>облачное хранилище </a:t>
            </a:r>
            <a:r>
              <a:rPr lang="en-US" dirty="0" err="1" smtClean="0"/>
              <a:t>github</a:t>
            </a:r>
            <a:r>
              <a:rPr lang="en-US" dirty="0" smtClean="0"/>
              <a:t>, </a:t>
            </a:r>
            <a:r>
              <a:rPr lang="ru-RU" dirty="0" smtClean="0"/>
              <a:t>модульная структура — разделение игры на независимые компоненты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642918"/>
            <a:ext cx="3008313" cy="1162050"/>
          </a:xfrm>
        </p:spPr>
        <p:txBody>
          <a:bodyPr>
            <a:normAutofit fontScale="90000"/>
          </a:bodyPr>
          <a:lstStyle/>
          <a:p>
            <a:r>
              <a:rPr lang="ru-RU" b="0" dirty="0" smtClean="0"/>
              <a:t>Структурная схема(модули программы и их взаимодействие)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57752" y="214290"/>
            <a:ext cx="4159841" cy="648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4348" y="357166"/>
            <a:ext cx="1785950" cy="434992"/>
          </a:xfrm>
        </p:spPr>
        <p:txBody>
          <a:bodyPr>
            <a:normAutofit/>
          </a:bodyPr>
          <a:lstStyle/>
          <a:p>
            <a:r>
              <a:rPr lang="ru-RU" b="0" dirty="0" smtClean="0"/>
              <a:t>Тестирование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2971792" cy="1779585"/>
          </a:xfrm>
        </p:spPr>
        <p:txBody>
          <a:bodyPr>
            <a:normAutofit/>
          </a:bodyPr>
          <a:lstStyle/>
          <a:p>
            <a:r>
              <a:rPr lang="ru-RU" dirty="0" smtClean="0"/>
              <a:t>Модульное </a:t>
            </a:r>
            <a:r>
              <a:rPr lang="ru-RU" dirty="0" smtClean="0"/>
              <a:t>тестирование фокусируется на отдельных функциях, которые можно изолировать и проверить без запуска всей игры.</a:t>
            </a:r>
          </a:p>
          <a:p>
            <a:r>
              <a:rPr lang="ru-RU" b="1" dirty="0" smtClean="0"/>
              <a:t>Пример: тест функции </a:t>
            </a:r>
            <a:r>
              <a:rPr lang="ru-RU" b="1" dirty="0" err="1" smtClean="0"/>
              <a:t>CheckLineRectIntersection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572000" y="1214422"/>
            <a:ext cx="392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9" name="Текст 3"/>
          <p:cNvSpPr txBox="1">
            <a:spLocks/>
          </p:cNvSpPr>
          <p:nvPr/>
        </p:nvSpPr>
        <p:spPr>
          <a:xfrm>
            <a:off x="4429124" y="1571612"/>
            <a:ext cx="3043230" cy="4422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Текст 3"/>
          <p:cNvSpPr txBox="1">
            <a:spLocks/>
          </p:cNvSpPr>
          <p:nvPr/>
        </p:nvSpPr>
        <p:spPr>
          <a:xfrm>
            <a:off x="4643438" y="1285860"/>
            <a:ext cx="3043230" cy="4422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Текст 3"/>
          <p:cNvSpPr txBox="1">
            <a:spLocks/>
          </p:cNvSpPr>
          <p:nvPr/>
        </p:nvSpPr>
        <p:spPr>
          <a:xfrm>
            <a:off x="5715008" y="0"/>
            <a:ext cx="3043230" cy="4422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endParaRPr lang="ru-RU" sz="14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5" name="Рисунок 14" descr="Снимок экрана 2025-12-05 1405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20" y="4000504"/>
            <a:ext cx="4784734" cy="24288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 smtClean="0"/>
              <a:t>Демонстрация(видео)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 smtClean="0"/>
              <a:t>Будущее развитие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Новые режимы игры:</a:t>
            </a:r>
          </a:p>
          <a:p>
            <a:r>
              <a:rPr lang="ru-RU" dirty="0" smtClean="0"/>
              <a:t>Кооперативный режим - игроки против волн ботов</a:t>
            </a:r>
          </a:p>
          <a:p>
            <a:r>
              <a:rPr lang="ru-RU" dirty="0" smtClean="0"/>
              <a:t> - захват флага с базами</a:t>
            </a:r>
          </a:p>
          <a:p>
            <a:r>
              <a:rPr lang="ru-RU" dirty="0" smtClean="0"/>
              <a:t>Дополнительный </a:t>
            </a:r>
            <a:r>
              <a:rPr lang="ru-RU" dirty="0" err="1" smtClean="0"/>
              <a:t>контент</a:t>
            </a:r>
            <a:r>
              <a:rPr lang="ru-RU" dirty="0" smtClean="0"/>
              <a:t>:</a:t>
            </a:r>
          </a:p>
          <a:p>
            <a:r>
              <a:rPr lang="ru-RU" dirty="0" smtClean="0"/>
              <a:t>Еще 3-4 типа танков </a:t>
            </a:r>
          </a:p>
          <a:p>
            <a:r>
              <a:rPr lang="ru-RU" dirty="0" smtClean="0"/>
              <a:t>5-7 видов снарядов</a:t>
            </a:r>
          </a:p>
          <a:p>
            <a:r>
              <a:rPr lang="ru-RU" dirty="0" smtClean="0"/>
              <a:t>Система улучшений (броня, скорость, перезарядка)</a:t>
            </a:r>
          </a:p>
          <a:p>
            <a:r>
              <a:rPr lang="ru-RU" dirty="0" smtClean="0"/>
              <a:t>Временные бонусы на карте (</a:t>
            </a:r>
            <a:r>
              <a:rPr lang="ru-RU" dirty="0" err="1" smtClean="0"/>
              <a:t>респаунятся</a:t>
            </a:r>
            <a:r>
              <a:rPr lang="ru-RU" dirty="0" smtClean="0"/>
              <a:t> каждые 30 сек)</a:t>
            </a:r>
          </a:p>
          <a:p>
            <a:r>
              <a:rPr lang="ru-RU" dirty="0" smtClean="0"/>
              <a:t>Создание игры для </a:t>
            </a:r>
            <a:r>
              <a:rPr lang="en-US" dirty="0" smtClean="0"/>
              <a:t>Android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69</Words>
  <PresentationFormat>Экран (4:3)</PresentationFormat>
  <Paragraphs>26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Игра «Танки»</vt:lpstr>
      <vt:lpstr>Общие слова об игре</vt:lpstr>
      <vt:lpstr>Используемые технологии </vt:lpstr>
      <vt:lpstr>Структурная схема(модули программы и их взаимодействие)</vt:lpstr>
      <vt:lpstr>Тестирование</vt:lpstr>
      <vt:lpstr>Демонстрация(видео)</vt:lpstr>
      <vt:lpstr>Будущее развитие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Happy</dc:creator>
  <cp:lastModifiedBy>Happy</cp:lastModifiedBy>
  <cp:revision>20</cp:revision>
  <dcterms:created xsi:type="dcterms:W3CDTF">2025-12-05T08:36:49Z</dcterms:created>
  <dcterms:modified xsi:type="dcterms:W3CDTF">2025-12-06T15:21:42Z</dcterms:modified>
</cp:coreProperties>
</file>