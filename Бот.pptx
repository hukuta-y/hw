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59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Бот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 Назаров Никита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Введение (общие слова об игре, идея)</a:t>
            </a:r>
            <a:endParaRPr lang="ru-RU" b="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Функциональная схема(механики, основные функции)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Используемые технологии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dirty="0" smtClean="0"/>
              <a:t>Структурная схема(модули программы и их взаимодействие)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dirty="0" smtClean="0"/>
              <a:t>Тестирование (описание подходов к тестированию , обнаруженных дефектов и их исправление)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Демонстрация(видео)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/>
              <a:t>Будущее развитие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49</Words>
  <PresentationFormat>Экран (4:3)</PresentationFormat>
  <Paragraphs>10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Бот</vt:lpstr>
      <vt:lpstr>Введение (общие слова об игре, идея)</vt:lpstr>
      <vt:lpstr>Функциональная схема(механики, основные функции)</vt:lpstr>
      <vt:lpstr>Используемые технологии </vt:lpstr>
      <vt:lpstr>Структурная схема(модули программы и их взаимодействие)</vt:lpstr>
      <vt:lpstr>Тестирование (описание подходов к тестированию , обнаруженных дефектов и их исправление)</vt:lpstr>
      <vt:lpstr>Демонстрация(видео)</vt:lpstr>
      <vt:lpstr>Будущее развитие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Happy</dc:creator>
  <cp:lastModifiedBy>Happy</cp:lastModifiedBy>
  <cp:revision>8</cp:revision>
  <dcterms:created xsi:type="dcterms:W3CDTF">2025-12-05T08:36:49Z</dcterms:created>
  <dcterms:modified xsi:type="dcterms:W3CDTF">2025-12-05T09:39:56Z</dcterms:modified>
</cp:coreProperties>
</file>